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Calibri"/>
              </a:rPr>
              <a:t>Unrelated test pair: metric breakdown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Similarity %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Exact phrase</c:v>
                  </c:pt>
                  <c:pt idx="1">
                    <c:v>Jaccard</c:v>
                  </c:pt>
                  <c:pt idx="2">
                    <c:v>Combined</c:v>
                  </c:pt>
                  <c:pt idx="3">
                    <c:v>Edit similarity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4.57</c:v>
                </c:pt>
                <c:pt idx="2">
                  <c:v>14.57</c:v>
                </c:pt>
                <c:pt idx="3">
                  <c:v>26.85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a plagiarism detector without machine learning. It is made of classic algorithms, so every score can be explained and traced back to the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Faculty cannot read every submission against every source. Simple keyword matching fails when text is reworded or partly copied. We needed something systematic, quick and explainable.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problem maps to a feature. Exact copying is caught by phrase matching, edits by edit distance, reshuffled words by Jaccard. The combined score is something a teacher can justify.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sends two documents to our Java backend. Text is cleaned and tokenized, then three algorithm families run on it. A combiner weights the scores, and the report returns to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algorithm covers a different kind of copying. We chose deterministic algorithms over ML so every score is explainable and needs no training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real run: two unrelated documents give 14.57% combined, correctly flagged Low. Edit similarity has a natural floor on unrelated text, so the combined score down-weights it. We are adding the remaining test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difference is a multi-metric, explainable report instead of one opaque percentage. It is lightweight and cheap to run, so a college can deploy it without special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impact is educational: fair assessment and saved review time. Because the system is lightweight, it can scale from one classroom to a whole department.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working system: upload both files, run the analysis, then review the combined score and the metrics behind it. Highlight that the report also includes a sentence-level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delivered a complete, working system. Next steps are semantic matching and more file formats. We are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1097280"/>
            <a:ext cx="73152" cy="1737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22960" y="1051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Plagiarism Detector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similarity detection, built on core algorithms.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Snigdha Patlolla  2510030269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Shravya  2510030123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Engineering, KLH University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PBL-4 FINAL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  |  PBL-4 Final Review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377440" cy="155448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280160"/>
            <a:ext cx="54864" cy="1554480"/>
          </a:xfrm>
          <a:prstGeom prst="rect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plagiarism checking is slow and inconsistent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37560" y="1280160"/>
            <a:ext cx="2377440" cy="155448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280160"/>
            <a:ext cx="54864" cy="1554480"/>
          </a:xfrm>
          <a:prstGeom prst="rect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misses modified or partially copied text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217920" y="1280160"/>
            <a:ext cx="2377440" cy="155448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1280160"/>
            <a:ext cx="54864" cy="1554480"/>
          </a:xfrm>
          <a:prstGeom prst="rect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4652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44652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copying and unfair evaluation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1920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560320" y="3657600"/>
            <a:ext cx="1920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6032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663440" y="3657600"/>
            <a:ext cx="1920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6344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766560" y="3657600"/>
            <a:ext cx="1920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6656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  |  PBL-4 Final Review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737360" cy="73152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097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(reference)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1737360" cy="73152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651760" y="1097280"/>
            <a:ext cx="2194560" cy="1737360"/>
          </a:xfrm>
          <a:prstGeom prst="rect">
            <a:avLst/>
          </a:prstGeom>
          <a:solidFill>
            <a:srgbClr val="1E2540"/>
          </a:solidFill>
          <a:ln w="9525">
            <a:solidFill>
              <a:srgbClr val="1E254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51760" y="10972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analysis engine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303520" y="1097280"/>
            <a:ext cx="33832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0" y="1097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report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score + 4 metrics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breakdown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answer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manual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two files, report in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Keywords miss edits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distance + Jaccard similarity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Opaque scores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Per-metric and per-sentence breakdown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  |  PBL-4 Final Review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61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417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0" y="1234440"/>
            <a:ext cx="1828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6032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.txt files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26280" y="1234440"/>
            <a:ext cx="1828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analysis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1234440"/>
            <a:ext cx="1828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9224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view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395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server API · file-based (no database)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560320" y="2468880"/>
            <a:ext cx="1828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56032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cleaning, tokenization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26280" y="2468880"/>
            <a:ext cx="18288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2628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splitter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rgbClr val="EEF2FF"/>
          </a:solidFill>
          <a:ln w="9525">
            <a:solidFill>
              <a:srgbClr val="EEF2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630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886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DSA, no ML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560320" y="3703320"/>
            <a:ext cx="1325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560320" y="37033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phrase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023360" y="3703320"/>
            <a:ext cx="1325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023360" y="37033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(DP)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0" y="3703320"/>
            <a:ext cx="1325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0" y="37033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(word sets)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949440" y="3703320"/>
            <a:ext cx="1325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49440" y="37033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combiner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sentence 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Implementation: Why These Choices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  |  PBL-4 Final Review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chose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 &amp; tokenization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noise so comparison focuses on meaningful 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phrase matching (KMP / Rabin–Karp)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Linear-time scan; catches verbatim copied phrases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distance (dynamic programming)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Quantifies how many edits separate two texts; catches light rewording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similarity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Set-based; robust to reordered words and sentences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combined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Down-weights character-level noise; one interpretable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backend, file-based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string handling; no database overhead for per-session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Final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  |  PBL-4 Final Review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14.57%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similarity on an unrelated pair, verdict: LOW (correct)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749040" y="914400"/>
          <a:ext cx="49377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188720"/>
                <a:gridCol w="137160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copy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[High]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Lightly edited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copied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Paraphrased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Sustainability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  |  PBL-4 Final Review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  <a:gridCol w="173736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Single-metric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phrase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edited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reordered words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Per-sentence breakdown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Explainable, no training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offline, low compute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by design: low compute · no model retraining · new metrics can be added as modules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to Society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  |  PBL-4 Final Review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383280" y="1645920"/>
            <a:ext cx="2377440" cy="1005840"/>
          </a:xfrm>
          <a:prstGeom prst="rect">
            <a:avLst/>
          </a:prstGeom>
          <a:solidFill>
            <a:srgbClr val="1E2540"/>
          </a:solidFill>
          <a:ln w="9525">
            <a:solidFill>
              <a:srgbClr val="1E25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005840"/>
            <a:ext cx="228600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005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originality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1005840"/>
            <a:ext cx="228600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005840"/>
            <a:ext cx="54864" cy="914400"/>
          </a:xfrm>
          <a:prstGeom prst="rect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9400" y="1005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review time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468880"/>
            <a:ext cx="228600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2468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fair evaluation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0" y="2468880"/>
            <a:ext cx="228600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2468880"/>
            <a:ext cx="54864" cy="914400"/>
          </a:xfrm>
          <a:prstGeom prst="rect">
            <a:avLst/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9400" y="2468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credentials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977640"/>
            <a:ext cx="1828800" cy="457200"/>
          </a:xfrm>
          <a:prstGeom prst="rect">
            <a:avLst/>
          </a:prstGeom>
          <a:solidFill>
            <a:srgbClr val="EEF2FF"/>
          </a:solidFill>
          <a:ln w="9525">
            <a:solidFill>
              <a:srgbClr val="EEF2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pair check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3977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560320" y="3977640"/>
            <a:ext cx="1828800" cy="457200"/>
          </a:xfrm>
          <a:prstGeom prst="rect">
            <a:avLst/>
          </a:prstGeom>
          <a:solidFill>
            <a:srgbClr val="EEF2FF"/>
          </a:solidFill>
          <a:ln w="9525">
            <a:solidFill>
              <a:srgbClr val="EEF2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56032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of documents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3977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663440" y="3977640"/>
            <a:ext cx="1828800" cy="457200"/>
          </a:xfrm>
          <a:prstGeom prst="rect">
            <a:avLst/>
          </a:prstGeom>
          <a:solidFill>
            <a:srgbClr val="EEF2FF"/>
          </a:solidFill>
          <a:ln w="9525">
            <a:solidFill>
              <a:srgbClr val="EEF2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634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92240" y="3977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766560" y="3977640"/>
            <a:ext cx="1828800" cy="457200"/>
          </a:xfrm>
          <a:prstGeom prst="rect">
            <a:avLst/>
          </a:prstGeom>
          <a:solidFill>
            <a:srgbClr val="EEF2FF"/>
          </a:solidFill>
          <a:ln w="9525">
            <a:solidFill>
              <a:srgbClr val="EEF2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76656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Institution-wide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Prototype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  |  PBL-4 Final Review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s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4023360" cy="1737360"/>
          </a:xfrm>
          <a:prstGeom prst="rect">
            <a:avLst/>
          </a:prstGeom>
        </p:spPr>
      </p:pic>
      <p:pic>
        <p:nvPicPr>
          <p:cNvPr id="8" name="Image 1" descr="/mnt/user-data/uploads/1791169764222_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05840"/>
            <a:ext cx="4023360" cy="1737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Upload both documents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466344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Combined score + four metrics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57200" y="310896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12" name="Text 7"/>
          <p:cNvSpPr txBox="1"/>
          <p:nvPr/>
        </p:nvSpPr>
        <p:spPr>
          <a:xfrm>
            <a:off x="457200" y="31089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sentence-level table]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663440" y="310896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</p:sp>
      <p:sp>
        <p:nvSpPr>
          <p:cNvPr id="14" name="Text 9"/>
          <p:cNvSpPr txBox="1"/>
          <p:nvPr/>
        </p:nvSpPr>
        <p:spPr>
          <a:xfrm>
            <a:off x="4663440" y="31089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high-similarity result]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IntelliCheck  |  PBL-4 Final Review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[Accuracy %]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[N] test pairs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5603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Java engine with 3 algorithm families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score + sentence-level report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with file upload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4173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support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Web-source comparison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for report history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1E2540"/>
          </a:solidFill>
          <a:ln w="9525">
            <a:solidFill>
              <a:srgbClr val="1E25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8404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plagiarism detection, built from first principles.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IntelliCheck PBL-4</dc:title>
  <dc:subject>PptxGenJS Presentation</dc:subject>
  <dc:creator>PptxGenJS</dc:creator>
  <cp:lastModifiedBy>PptxGenJS</cp:lastModifiedBy>
  <cp:revision>1</cp:revision>
  <dcterms:created xsi:type="dcterms:W3CDTF">2026-10-05T03:11:31Z</dcterms:created>
  <dcterms:modified xsi:type="dcterms:W3CDTF">2026-10-05T03:11:31Z</dcterms:modified>
</cp:coreProperties>
</file>